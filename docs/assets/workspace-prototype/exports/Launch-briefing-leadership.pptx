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internal draft for review. The recommendation does not authorize changing dates or sending external notices.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Packaging moved from November 4 to November 8. The extra week protects fulfilment. The press announcement should state the retail availability date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media buy tracker was excluded from this recommendation because its access expired. The dates use the permitted supplier ETA, retail calendar, and plan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proposed actions in a sample design. No notices were sent. Each approval should identify its actor, target, and exact content or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question about presentation audience blocks only the briefing assignment. Date approval, source restoration, and message approval remain separate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briefing is version 1, a draft. Review the outcome, request slide-specific changes, and retain prior versions when new outputs are 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594360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120000">
            <a:off x="722376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120000">
            <a:off x="594360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20000">
            <a:off x="722376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E5B88"/>
                </a:solidFill>
                <a:latin typeface="Arial"/>
              </a:defRPr>
            </a:pPr>
            <a:r>
              <a:t>humagen / Spring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2687B"/>
                </a:solidFill>
                <a:latin typeface="Arial"/>
              </a:defRPr>
            </a:pPr>
            <a:r>
              <a:t>INTERNAL LAUNCH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0784"/>
            <a:ext cx="1078992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B2938"/>
                </a:solidFill>
                <a:latin typeface="Arial"/>
              </a:defRPr>
            </a:pPr>
            <a:r>
              <a:t>A controlled shift to November 19.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620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87B"/>
                </a:solidFill>
                <a:latin typeface="Arial"/>
              </a:defRPr>
            </a:pPr>
            <a:r>
              <a:t>Protect the retail launch buffer. Keep the November 12 press embargo.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INTERNAL DRAFT / SAMPLE DATA / LEADERSHIP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594360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120000">
            <a:off x="722376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120000">
            <a:off x="594360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20000">
            <a:off x="722376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E5B88"/>
                </a:solidFill>
                <a:latin typeface="Arial"/>
              </a:defRPr>
            </a:pPr>
            <a:r>
              <a:t>humagen / Spring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2687B"/>
                </a:solidFill>
                <a:latin typeface="Arial"/>
              </a:defRPr>
            </a:pPr>
            <a:r>
              <a:t>THE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0784"/>
            <a:ext cx="1078992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B2938"/>
                </a:solidFill>
                <a:latin typeface="Arial"/>
              </a:defRPr>
            </a:pPr>
            <a:r>
              <a:t>Three dates. One clear sequence.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620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87B"/>
                </a:solidFill>
                <a:latin typeface="Arial"/>
              </a:defRPr>
            </a:pPr>
            <a:r>
              <a:t>Packaging arrives before the press embargo and retail availability.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3291840" cy="2286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B2938"/>
                </a:solidFill>
                <a:latin typeface="Arial"/>
              </a:defRPr>
            </a:pPr>
            <a:r>
              <a:t>Nov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2687B"/>
                </a:solidFill>
                <a:latin typeface="Arial"/>
              </a:defRPr>
            </a:pPr>
            <a:r>
              <a:t>Packaging arrives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840480"/>
            <a:ext cx="3291840" cy="2286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41148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B2938"/>
                </a:solidFill>
                <a:latin typeface="Arial"/>
              </a:defRPr>
            </a:pPr>
            <a:r>
              <a:t>Nov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754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2687B"/>
                </a:solidFill>
                <a:latin typeface="Arial"/>
              </a:defRPr>
            </a:pPr>
            <a:r>
              <a:t>Press embargo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3840480"/>
            <a:ext cx="3291840" cy="2286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41148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B2938"/>
                </a:solidFill>
                <a:latin typeface="Arial"/>
              </a:defRPr>
            </a:pPr>
            <a:r>
              <a:t>Nov 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4754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2687B"/>
                </a:solidFill>
                <a:latin typeface="Arial"/>
              </a:defRPr>
            </a:pPr>
            <a:r>
              <a:t>Retail 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INTERNAL DRAFT / SAMPLE DATA / LEADERSHIP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594360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120000">
            <a:off x="722376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120000">
            <a:off x="594360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20000">
            <a:off x="722376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E5B88"/>
                </a:solidFill>
                <a:latin typeface="Arial"/>
              </a:defRPr>
            </a:pPr>
            <a:r>
              <a:t>humagen / Spring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2687B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0784"/>
            <a:ext cx="1078992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B2938"/>
                </a:solidFill>
                <a:latin typeface="Arial"/>
              </a:defRPr>
            </a:pPr>
            <a:r>
              <a:t>What changes, what holds.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620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87B"/>
                </a:solidFill>
                <a:latin typeface="Arial"/>
              </a:defRPr>
            </a:pPr>
            <a:r>
              <a:t>Keep the recommendation separate from actions that still need approval.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0752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Retail availability moves seven days to November 19.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The press embargo remains November 12.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6460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Paid media requires its own review after source access is restored.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INTERNAL DRAFT / SAMPLE DATA / LEADERSHIP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594360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120000">
            <a:off x="722376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120000">
            <a:off x="594360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20000">
            <a:off x="722376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E5B88"/>
                </a:solidFill>
                <a:latin typeface="Arial"/>
              </a:defRPr>
            </a:pPr>
            <a:r>
              <a:t>humagen / Spring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2687B"/>
                </a:solidFill>
                <a:latin typeface="Arial"/>
              </a:defRPr>
            </a:pPr>
            <a:r>
              <a:t>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0784"/>
            <a:ext cx="1078992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B2938"/>
                </a:solidFill>
                <a:latin typeface="Arial"/>
              </a:defRPr>
            </a:pPr>
            <a:r>
              <a:t>Two approvals. Two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620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87B"/>
                </a:solidFill>
                <a:latin typeface="Arial"/>
              </a:defRPr>
            </a:pPr>
            <a:r>
              <a:t>A date decision never silently authorizes external delivery.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0752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Jamie Davis approves or redirects the proposed retail date.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Four vendor notices are reviewed separately before sending.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6460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Ops holds delivery until that specific action is approved.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INTERNAL DRAFT / SAMPLE DATA / LEADERSHIP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594360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120000">
            <a:off x="722376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120000">
            <a:off x="594360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20000">
            <a:off x="722376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E5B88"/>
                </a:solidFill>
                <a:latin typeface="Arial"/>
              </a:defRPr>
            </a:pPr>
            <a:r>
              <a:t>humagen / Spring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2687B"/>
                </a:solidFill>
                <a:latin typeface="Arial"/>
              </a:defRPr>
            </a:pPr>
            <a:r>
              <a:t>OWNERSHIP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0784"/>
            <a:ext cx="1078992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B2938"/>
                </a:solidFill>
                <a:latin typeface="Arial"/>
              </a:defRPr>
            </a:pPr>
            <a:r>
              <a:t>The next step has an owner.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620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87B"/>
                </a:solidFill>
                <a:latin typeface="Arial"/>
              </a:defRPr>
            </a:pPr>
            <a:r>
              <a:t>Keep progress visible without asking people to supervise every tool 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0752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Launch Planner maintains the plan and completion criteria.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Ops prepares vendor notices and holds delivery.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6460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Jon T. restores and verifies access to the media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INTERNAL DRAFT / SAMPLE DATA / LEADERSHIP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594360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120000">
            <a:off x="722376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120000">
            <a:off x="594360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20000">
            <a:off x="722376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E5B88"/>
                </a:solidFill>
                <a:latin typeface="Arial"/>
              </a:defRPr>
            </a:pPr>
            <a:r>
              <a:t>humagen / Spring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2687B"/>
                </a:solidFill>
                <a:latin typeface="Arial"/>
              </a:defRPr>
            </a:pPr>
            <a:r>
              <a:t>EVIDENCE AND FOLLOW-THROUGH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0784"/>
            <a:ext cx="1078992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B2938"/>
                </a:solidFill>
                <a:latin typeface="Arial"/>
              </a:defRPr>
            </a:pPr>
            <a:r>
              <a:t>Grounded, versioned, and ready to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620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87B"/>
                </a:solidFill>
                <a:latin typeface="Arial"/>
              </a:defRPr>
            </a:pPr>
            <a:r>
              <a:t>Every output points back to the work and the evidence that produced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0752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Supplier ETA: indexed October 23 at 09:42 UTC.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Retail calendar: live search as Jamie at 09:47 UTC.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6460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Launch plan v3: snapshot imported October 18.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INTERNAL DRAFT / SAMPLE DATA / LEADERSHIP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