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internal draft for review. The recommendation does not authorize changing dates or sending external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Packaging moved from November 4 to November 8. The extra week protects fulfilment. The press announcement should state the retail availability date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media buy tracker was excluded from this recommendation because its access expired. The dates use the permitted supplier ETA, retail calendar, and plan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proposed actions in a sample design. No notices were sent. Each approval should identify its actor, target, and exact content or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question about presentation audience blocks only the briefing assignment. Date approval, source restoration, and message approval remain separate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briefing is version 1, a draft. Review the outcome, request slide-specific changes, and retain prior versions when new outputs are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INTERNAL LAUNCH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The launch plan, with a clear next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A project-team briefing for the November 19 retail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THE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Three dates. One clear sequence.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Packaging arrives before the press embargo and retail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3291840" cy="2286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B2938"/>
                </a:solidFill>
                <a:latin typeface="Arial"/>
              </a:defRPr>
            </a:pPr>
            <a:r>
              <a:t>Nov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87B"/>
                </a:solidFill>
                <a:latin typeface="Arial"/>
              </a:defRPr>
            </a:pPr>
            <a:r>
              <a:t>Packaging arrives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840480"/>
            <a:ext cx="3291840" cy="2286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114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B2938"/>
                </a:solidFill>
                <a:latin typeface="Arial"/>
              </a:defRPr>
            </a:pPr>
            <a:r>
              <a:t>Nov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754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87B"/>
                </a:solidFill>
                <a:latin typeface="Arial"/>
              </a:defRPr>
            </a:pPr>
            <a:r>
              <a:t>Press embargo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840480"/>
            <a:ext cx="3291840" cy="2286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4114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B2938"/>
                </a:solidFill>
                <a:latin typeface="Arial"/>
              </a:defRPr>
            </a:pPr>
            <a:r>
              <a:t>Nov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754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87B"/>
                </a:solidFill>
                <a:latin typeface="Arial"/>
              </a:defRPr>
            </a:pPr>
            <a:r>
              <a:t>Retail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PROJECT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What the team needs to adjust.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Keep the recommendation separate from actions that still need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Retail availability moves seven days to November 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The press embargo remains November 12.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Paid media requires its own review after source access is restored.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Two approvals. Two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A date decision never silently authorizes external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Jamie Davis approves or redirects the proposed retail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Four vendor notices are reviewed separately before sending.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Ops holds delivery until that specific action is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Owners, blockers, and next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Keep progress visible without asking people to supervise every tool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Launch Planner maintains the plan and completion criteria.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Ops prepares vendor notices and holds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Jon T. restores and verifies access to the media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594360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722376" y="384048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594360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722376" y="512064"/>
            <a:ext cx="91440" cy="9144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E5B88"/>
                </a:solidFill>
                <a:latin typeface="Arial"/>
              </a:defRPr>
            </a:pPr>
            <a:r>
              <a:t>humagen / Spring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2687B"/>
                </a:solidFill>
                <a:latin typeface="Arial"/>
              </a:defRPr>
            </a:pPr>
            <a:r>
              <a:t>EVIDENCE AND FOLLOW-THROUGH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107899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B2938"/>
                </a:solidFill>
                <a:latin typeface="Arial"/>
              </a:defRPr>
            </a:pPr>
            <a:r>
              <a:t>Grounded, versioned, and ready to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87B"/>
                </a:solidFill>
                <a:latin typeface="Arial"/>
              </a:defRPr>
            </a:pPr>
            <a:r>
              <a:t>Every output points back to the work and the evidence that produced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Supplier ETA: indexed October 23 at 09:42 UTC.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Retail calendar: live search as Jamie at 09:47 UTC.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B2938"/>
                </a:solidFill>
                <a:latin typeface="Arial"/>
              </a:defRPr>
            </a:pPr>
            <a:r>
              <a:t>• Launch plan v3: snapshot imported October 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INTERNAL DRAFT / SAMPLE DATA / 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87B"/>
                </a:solidFill>
                <a:latin typeface="Arial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